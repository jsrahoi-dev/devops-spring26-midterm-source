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Notes
Slide 1 (30s): Introduce the project - color perception study app with full DevOps pipeline
Slide 2 (10s): Quick overview of what we'll cover
Slide 3 (30s): Demo the core functionality - explain the unlimited color feature
Slide 4 (20s): Walk through the tech stack - modern, production-ready choices
Slide 5 (30s): Show the architecture diagram - monolithic container approach
Slide 6 (30s): Explain AWS infrastructure - all managed services, security-focused
Slide 7 (20s): Dual repo strategy - separation of concerns
Slide 8 (40s): CI/CD pipeline - automated quality gates
Slide 9 (30s): Testing strategy - 3 tiers for comprehensive coverage
Slide 10 (20s): GitHub achievements - automation and security
Slide 11 (20s): AWS achievements - infrastructure as code
Slide 12 (30s): Implementation wins - real technical challenges solved
Slide 13 (40s): Challenges and solutions - honest assessment
Slide 14-17 (60s total): Future roadmap - production, HA, scale
Slide 18 (20s): Metrics - quantify the work
Slide 19 (30s): Key learnings - DevOps best practices
Slide 20 (20s): Thank you and Q&amp;A
Total: ~7 minutes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 Cloud-Native Color Perception App</dc:title>
  <dc:subject>PptxGenJS Presentation</dc:subject>
  <dc:creator>Created by Marp</dc:creator>
  <cp:lastModifiedBy>Created by Marp</cp:lastModifiedBy>
  <cp:revision>1</cp:revision>
  <dcterms:created xsi:type="dcterms:W3CDTF">2026-03-08T19:01:14Z</dcterms:created>
  <dcterms:modified xsi:type="dcterms:W3CDTF">2026-03-08T19:01:14Z</dcterms:modified>
</cp:coreProperties>
</file>